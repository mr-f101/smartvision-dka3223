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1ec2221c1437c" /><Relationship Type="http://schemas.openxmlformats.org/officeDocument/2006/relationships/extended-properties" Target="/docProps/app.xml" Id="Ra6454a2c44a0471c" /><Relationship Type="http://schemas.openxmlformats.org/officeDocument/2006/relationships/officeDocument" Target="/ppt/presentation.xml" Id="Re20ecda5de72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173e481304de8"/>
  </p:sldMasterIdLst>
  <p:notesMasterIdLst>
    <p:notesMasterId xmlns:r="http://schemas.openxmlformats.org/officeDocument/2006/relationships" r:id="R9f6861ab73654ef7"/>
  </p:notesMasterIdLst>
  <p:sldIdLst>
    <p:sldId xmlns:r="http://schemas.openxmlformats.org/officeDocument/2006/relationships" id="256" r:id="R2a93cc3cdbca4917"/>
    <p:sldId xmlns:r="http://schemas.openxmlformats.org/officeDocument/2006/relationships" id="257" r:id="R8e8dd0eedd2c4946"/>
    <p:sldId xmlns:r="http://schemas.openxmlformats.org/officeDocument/2006/relationships" id="258" r:id="R87a777a672d04c4d"/>
    <p:sldId xmlns:r="http://schemas.openxmlformats.org/officeDocument/2006/relationships" id="259" r:id="R58a135483c0b4768"/>
    <p:sldId xmlns:r="http://schemas.openxmlformats.org/officeDocument/2006/relationships" id="260" r:id="Rf60917c8e2294457"/>
    <p:sldId xmlns:r="http://schemas.openxmlformats.org/officeDocument/2006/relationships" id="261" r:id="R94e4b202796047e9"/>
    <p:sldId xmlns:r="http://schemas.openxmlformats.org/officeDocument/2006/relationships" id="262" r:id="R80ca924b9a5f4f6f"/>
    <p:sldId xmlns:r="http://schemas.openxmlformats.org/officeDocument/2006/relationships" id="263" r:id="R1af8d4a8bd7a4800"/>
    <p:sldId xmlns:r="http://schemas.openxmlformats.org/officeDocument/2006/relationships" id="264" r:id="R076031bb40f14934"/>
    <p:sldId xmlns:r="http://schemas.openxmlformats.org/officeDocument/2006/relationships" id="265" r:id="Rabd38a664c2a4da4"/>
    <p:sldId xmlns:r="http://schemas.openxmlformats.org/officeDocument/2006/relationships" id="266" r:id="R4eb9d96a85f34d11"/>
    <p:sldId xmlns:r="http://schemas.openxmlformats.org/officeDocument/2006/relationships" id="267" r:id="Re5b44d78a54641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460ed30e074ed8" /><Relationship Type="http://schemas.openxmlformats.org/officeDocument/2006/relationships/slideMaster" Target="/ppt/slideMasters/slideMaster1.xml" Id="Rd1a173e481304de8" /><Relationship Type="http://schemas.openxmlformats.org/officeDocument/2006/relationships/notesMaster" Target="/ppt/notesMasters/notesMaster1.xml" Id="R9f6861ab73654ef7" /><Relationship Type="http://schemas.openxmlformats.org/officeDocument/2006/relationships/presProps" Target="/ppt/presProps.xml" Id="R072980969fd542fe" /><Relationship Type="http://schemas.openxmlformats.org/officeDocument/2006/relationships/tableStyles" Target="/ppt/tableStyles.xml" Id="R13bee92696fb4fcf" /><Relationship Type="http://schemas.openxmlformats.org/officeDocument/2006/relationships/slide" Target="/ppt/slides/slide1.xml" Id="R2a93cc3cdbca4917" /><Relationship Type="http://schemas.openxmlformats.org/officeDocument/2006/relationships/slide" Target="/ppt/slides/slide2.xml" Id="R8e8dd0eedd2c4946" /><Relationship Type="http://schemas.openxmlformats.org/officeDocument/2006/relationships/slide" Target="/ppt/slides/slide3.xml" Id="R87a777a672d04c4d" /><Relationship Type="http://schemas.openxmlformats.org/officeDocument/2006/relationships/slide" Target="/ppt/slides/slide4.xml" Id="R58a135483c0b4768" /><Relationship Type="http://schemas.openxmlformats.org/officeDocument/2006/relationships/slide" Target="/ppt/slides/slide5.xml" Id="Rf60917c8e2294457" /><Relationship Type="http://schemas.openxmlformats.org/officeDocument/2006/relationships/slide" Target="/ppt/slides/slide6.xml" Id="R94e4b202796047e9" /><Relationship Type="http://schemas.openxmlformats.org/officeDocument/2006/relationships/slide" Target="/ppt/slides/slide7.xml" Id="R80ca924b9a5f4f6f" /><Relationship Type="http://schemas.openxmlformats.org/officeDocument/2006/relationships/slide" Target="/ppt/slides/slide8.xml" Id="R1af8d4a8bd7a4800" /><Relationship Type="http://schemas.openxmlformats.org/officeDocument/2006/relationships/slide" Target="/ppt/slides/slide9.xml" Id="R076031bb40f14934" /><Relationship Type="http://schemas.openxmlformats.org/officeDocument/2006/relationships/slide" Target="/ppt/slides/slide10.xml" Id="Rabd38a664c2a4da4" /><Relationship Type="http://schemas.openxmlformats.org/officeDocument/2006/relationships/slide" Target="/ppt/slides/slide11.xml" Id="R4eb9d96a85f34d11" /><Relationship Type="http://schemas.openxmlformats.org/officeDocument/2006/relationships/slide" Target="/ppt/slides/slide12.xml" Id="Re5b44d78a54641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2be3be9e424b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85b051e9d401f" /><Relationship Type="http://schemas.openxmlformats.org/officeDocument/2006/relationships/notesMaster" Target="/ppt/notesMasters/notesMaster1.xml" Id="Rcd1985e4077b4a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ea4ba583d41bb" /><Relationship Type="http://schemas.openxmlformats.org/officeDocument/2006/relationships/notesMaster" Target="/ppt/notesMasters/notesMaster1.xml" Id="Rda3fb4cc90ea4c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d520b7a4ff47e1" /><Relationship Type="http://schemas.openxmlformats.org/officeDocument/2006/relationships/notesMaster" Target="/ppt/notesMasters/notesMaster1.xml" Id="Radd1eb2dc0f846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34ced9901d4cf2" /><Relationship Type="http://schemas.openxmlformats.org/officeDocument/2006/relationships/notesMaster" Target="/ppt/notesMasters/notesMaster1.xml" Id="Rb0eae165218c41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e835242daa474c" /><Relationship Type="http://schemas.openxmlformats.org/officeDocument/2006/relationships/notesMaster" Target="/ppt/notesMasters/notesMaster1.xml" Id="R0029c0b152d246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d76f9346cd40ea" /><Relationship Type="http://schemas.openxmlformats.org/officeDocument/2006/relationships/notesMaster" Target="/ppt/notesMasters/notesMaster1.xml" Id="R97b72f9c2c8844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638bb79ad04632" /><Relationship Type="http://schemas.openxmlformats.org/officeDocument/2006/relationships/notesMaster" Target="/ppt/notesMasters/notesMaster1.xml" Id="R55ecf2b99e314d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bc1b78385d41f4" /><Relationship Type="http://schemas.openxmlformats.org/officeDocument/2006/relationships/notesMaster" Target="/ppt/notesMasters/notesMaster1.xml" Id="R7085abb1d7e542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2a9f17b86e410b" /><Relationship Type="http://schemas.openxmlformats.org/officeDocument/2006/relationships/notesMaster" Target="/ppt/notesMasters/notesMaster1.xml" Id="Rc315c5a9656645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f3fd96c9d74740" /><Relationship Type="http://schemas.openxmlformats.org/officeDocument/2006/relationships/notesMaster" Target="/ppt/notesMasters/notesMaster1.xml" Id="Raac75886e3ae49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5a0b164d3541e9" /><Relationship Type="http://schemas.openxmlformats.org/officeDocument/2006/relationships/notesMaster" Target="/ppt/notesMasters/notesMaster1.xml" Id="Rbb3a69f896684c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04753659a54501" /><Relationship Type="http://schemas.openxmlformats.org/officeDocument/2006/relationships/notesMaster" Target="/ppt/notesMasters/notesMaster1.xml" Id="R719e56e3c6c542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Pembentang perlu menyatakan status semasa. Model serta hasil eksperimen belum tersedia. Nombor matrik AIEREL dan HAIRIS perlu dilengkapkan.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Senario projek berasal daripada DKA3223 FA .docx. Huraikan sebab perubahan latar dan cahaya boleh mengganggu ramalan.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 image classification, bukan object detection. Confidence ialah skor model, bukan jaminan keputusan betul.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angka ialah sasaran, bukan jumlah terkumpul. E2 merangkumi E1 dan tambahan 50 imej setiap kelas. Validation luaran dan test mesti berasingan.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Parameter cadangan. Catat nilai sebenar. E2 menukar jumlah dan variasi serentak, maka jangan dakwa sebab tunggal peningkatan. Simpan bukti latihan.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Belum ada keputusan sebenar. Gantikan semua ruang isian selepas evaluation. Jangan guna angka contoh daripada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Isi hasil test akhir selepas memilih model pada validation. Tunjuk satu imej sebenar yang salah. Confusion matrix disimpan dalam JSON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https://github.com/googlecreativelab/teachablemachine-community/tree/master/libraries/image . Inferens ini berlaku dalam pelayar, bukan endpoint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https://fastapi.tiangolo.com/tutorial/request-files/ dan https://www.tensorflow.org/api_docs/python/tf/lite/Interpreter . Kod ini menggunakan eksport TFLite FLOAT sebenar, bukan prediction daripada browser.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aplikasi sebenar. Sediakan model terlebih dahulu. Bukti endpoint 200 dengan test double bukan bukti model sebenar.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Sesi AI pertama pada 23 September 2026 melalui Codex. Sesi kedua belum berlaku. Isi URL GitHub dan tunjuk sumbangan sebenar setiap ahli.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Kesimpulan prestasi hanya dibuat selepas data sebenar tersedia. Semua ahli membentang secara individu. Rujuk skrip demo dan soalan jawapan dalam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3c57f39fc4c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f926a5663f4fec" /><Relationship Type="http://schemas.openxmlformats.org/officeDocument/2006/relationships/slideLayout" Target="/ppt/slideLayouts/slideLayout1.xml" Id="R5ec677e55075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677e55075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7daea827a4654" /><Relationship Type="http://schemas.openxmlformats.org/officeDocument/2006/relationships/notesSlide" Target="/ppt/notesSlides/notesSlide1.xml" Id="Raef56e0c9ac144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014d3b42e4f42" /><Relationship Type="http://schemas.openxmlformats.org/officeDocument/2006/relationships/notesSlide" Target="/ppt/notesSlides/notesSlide2.xml" Id="R237766cd1e4a4a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530eb635349de" /><Relationship Type="http://schemas.openxmlformats.org/officeDocument/2006/relationships/notesSlide" Target="/ppt/notesSlides/notesSlide3.xml" Id="Rc19f4de55b7240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9958330274409" /><Relationship Type="http://schemas.openxmlformats.org/officeDocument/2006/relationships/notesSlide" Target="/ppt/notesSlides/notesSlide4.xml" Id="R35a61daf479e4e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74b899eab41c0" /><Relationship Type="http://schemas.openxmlformats.org/officeDocument/2006/relationships/notesSlide" Target="/ppt/notesSlides/notesSlide5.xml" Id="R1d33f6d44f954a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9ae8ce9214e02" /><Relationship Type="http://schemas.openxmlformats.org/officeDocument/2006/relationships/notesSlide" Target="/ppt/notesSlides/notesSlide6.xml" Id="R3e3919e7797b4e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95ef0c1ed4aa3" /><Relationship Type="http://schemas.openxmlformats.org/officeDocument/2006/relationships/notesSlide" Target="/ppt/notesSlides/notesSlide7.xml" Id="R10cadb96636948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09c17ae1b49a7" /><Relationship Type="http://schemas.openxmlformats.org/officeDocument/2006/relationships/notesSlide" Target="/ppt/notesSlides/notesSlide8.xml" Id="Re1389cfd0a2d43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ffd2f312640f6" /><Relationship Type="http://schemas.openxmlformats.org/officeDocument/2006/relationships/notesSlide" Target="/ppt/notesSlides/notesSlide9.xml" Id="R09cc5bb00a5447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2d638394a4471" /><Relationship Type="http://schemas.openxmlformats.org/officeDocument/2006/relationships/notesSlide" Target="/ppt/notesSlides/notesSlide10.xml" Id="R6fe9c138935647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b169f48844fc5" /><Relationship Type="http://schemas.openxmlformats.org/officeDocument/2006/relationships/notesSlide" Target="/ppt/notesSlides/notesSlide11.xml" Id="R8120e139bdf04b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c1a19a5904f4c" /><Relationship Type="http://schemas.openxmlformats.org/officeDocument/2006/relationships/notesSlide" Target="/ppt/notesSlides/notesSlide12.xml" Id="Rf40a5d33e2294a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2407E-8177-4CAC-ABD8-CC308DC5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SmartVision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8DD92-A1B2-4A02-9E31-998578A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52E65-F436-4905-BCBF-7FA6862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Pengelasan imej objek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1735E-74FF-4024-B90D-B40A1208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6A5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6A58"/>
                </a:solidFill>
                <a:latin typeface="Calibri"/>
                <a:ea typeface="Calibri"/>
                <a:cs typeface="Calibri"/>
              </a:rPr>
              <a:t>BOTOL   /   BUKU   /   TELEFON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2D2CB-9C38-494A-8B8E-5394FA8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Muhammad Faris Bin Mohd Fuad · IPD/022/23(25)</a:t>
            </a:r>
          </a:p>
          <a:p xmlns:a="http://schemas.openxmlformats.org/drawingml/2006/main">
            <a:pPr>
              <a:defRPr sz="18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AIEREL · [ISI matrik]     HAIRIS · [ISI matrik]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AC7B7-86AD-4889-8972-07AEEA0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DKA3223 · 2 DVM IPD</a:t>
            </a:r>
          </a:p>
          <a:p xmlns:a="http://schemas.openxmlformats.org/drawingml/2006/main">
            <a:pPr>
              <a:defRPr sz="18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PN. NAZATUL BAHIYAH BINTI OTHMAN</a:t>
            </a:r>
          </a:p>
        </p:txBody>
      </p:sp>
    </p:spTree>
    <p:extLst>
      <p:ext uri="{BB962C8B-B14F-4D97-AF65-F5344CB8AC3E}">
        <p14:creationId xmlns:p14="http://schemas.microsoft.com/office/powerpoint/2010/main" val="702405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01F0B-7181-4340-BC4C-C2C9235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Masalah dan objektif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A7C15-3B50-4657-890A-2FFB554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06CE-2218-41C8-8028-E1BE75E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SmartVision memerlukan prototaip yang mengenal pasti kategori objek melalui imej.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2FC7F-F0D6-4B01-A2CA-11429E52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Tiga kelas objek membantu demonstrasi pengelasan yang mudah diperiksa.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22FE3-6311-4DD3-9B87-A726F6ED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Dua eksperimen menilai kesan penambahan dan variasi data latihan.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8DDF-FD23-443F-8B7A-6B150D1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Aplikasi memaparkan kelas, confidence dan status untuk setiap input.</a:t>
            </a:r>
          </a:p>
        </p:txBody>
      </p:sp>
    </p:spTree>
    <p:extLst>
      <p:ext uri="{BB962C8B-B14F-4D97-AF65-F5344CB8AC3E}">
        <p14:creationId xmlns:p14="http://schemas.microsoft.com/office/powerpoint/2010/main" val="31973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A2F11-6550-4B4E-955A-A1AEDDB0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Skop sistem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B0C35-A41B-4133-8296-C1B906F4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721D-DB87-4BEB-B0E3-0A2A652A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Input: satu objek dominan melalui webcam atau upload imej.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C4FD-FD2D-4A1D-996C-D48AF62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Output: BOTOL, BUKU atau TELEFON, dengan skor setiap kelas.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DF5E9-4CF3-4C78-BBAA-F8438CCF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Confidence di bawah 70% menghasilkan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79661-C9FC-458F-AE63-B86CAF5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Tiada bounding box, pengiraan objek atau pengenalan identiti.</a:t>
            </a:r>
          </a:p>
        </p:txBody>
      </p:sp>
    </p:spTree>
    <p:extLst>
      <p:ext uri="{BB962C8B-B14F-4D97-AF65-F5344CB8AC3E}">
        <p14:creationId xmlns:p14="http://schemas.microsoft.com/office/powerpoint/2010/main" val="53006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715C2-26B0-44CD-A032-420F3DE9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Pelan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B7DD1-0487-4CC0-B954-9F8CC981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857500"/>
                <a:gridCol w="28765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Setiap kelas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Jumlah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Latihan E1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Latihan E2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Test akhir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E56B4-6689-4246-94BF-DEBA08B8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Sasaran 420 imej unik. Variasikan sudut, cahaya, latar dan objek fizikal.</a:t>
            </a:r>
          </a:p>
        </p:txBody>
      </p:sp>
    </p:spTree>
    <p:extLst>
      <p:ext uri="{BB962C8B-B14F-4D97-AF65-F5344CB8AC3E}">
        <p14:creationId xmlns:p14="http://schemas.microsoft.com/office/powerpoint/2010/main" val="235901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D792F-B991-4A75-9283-F1F7784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Dua eksperimen Teachable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EDB7-0111-4ED6-9738-982EB55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857500"/>
                <a:gridCol w="28765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Tetapan cadangan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E1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E2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Imej setiap kelas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Epochs / batch size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50 / 16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50 / 16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Learning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0.001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0.001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Variasi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Lebih pelbagai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3D1B8-8982-438F-821B-3EF6FA3F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Bandingkan pada validation yang sama sebelum memilih model akhir.</a:t>
            </a:r>
          </a:p>
        </p:txBody>
      </p:sp>
    </p:spTree>
    <p:extLst>
      <p:ext uri="{BB962C8B-B14F-4D97-AF65-F5344CB8AC3E}">
        <p14:creationId xmlns:p14="http://schemas.microsoft.com/office/powerpoint/2010/main" val="370597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CF77A-B6FD-4C6F-A776-D347A568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Keputusan eksperimen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26E83-509F-4AB6-997F-8143AA21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857500"/>
                <a:gridCol w="28765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Ukuran validation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E1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E2</a:t>
                      </a:r>
                    </a:p>
                  </a:txBody>
                  <a:tcPr marL="91440" marR="91440" marT="45720" marB="45720">
                    <a:solidFill>
                      <a:srgbClr val="173C3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Jumlah imej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Accuracy top 1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Coverage pada 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Accuracy diterima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C37"/>
                          </a:solidFill>
                          <a:latin typeface="Calibri"/>
                          <a:ea typeface="Calibri"/>
                          <a:cs typeface="Calibri"/>
                        </a:rPr>
                        <a:t>[ISI]</a:t>
                      </a:r>
                    </a:p>
                  </a:txBody>
                  <a:tcPr marL="91440" marR="91440" marT="45720" marB="45720">
                    <a:solidFill>
                      <a:srgbClr val="E8EF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F9492-8E6F-417B-8302-9C9F3913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Belum diukur. Model terpilih dan sebab pemilihan: [ISI selepas ujian].</a:t>
            </a:r>
          </a:p>
        </p:txBody>
      </p:sp>
    </p:spTree>
    <p:extLst>
      <p:ext uri="{BB962C8B-B14F-4D97-AF65-F5344CB8AC3E}">
        <p14:creationId xmlns:p14="http://schemas.microsoft.com/office/powerpoint/2010/main" val="630666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62C60-6ED7-4561-B0E1-B42FA2A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Penilaian akhir dan kesilapan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F01A5-3698-407D-8D24-27425C5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C81F7-0864-42CB-A4ED-81C025DF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Model terpilih: [ISI]     Jumlah imej test: [ISI]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18297-29C1-4900-9A40-A7D87D75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Accuracy top 1: [ISI]     Coverage: [ISI]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DF5A2-A2DA-4BD5-B90E-4D810B0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Contoh salah: [ISI nama fail, kelas sebenar, ramalan dan confidence]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CBF32-24F3-4133-9361-03BE35E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Hipotesis punca dan cadangan pembaikan: [ISI berdasarkan imej]</a:t>
            </a:r>
          </a:p>
        </p:txBody>
      </p:sp>
    </p:spTree>
    <p:extLst>
      <p:ext uri="{BB962C8B-B14F-4D97-AF65-F5344CB8AC3E}">
        <p14:creationId xmlns:p14="http://schemas.microsoft.com/office/powerpoint/2010/main" val="1613146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E05E8-368C-4793-8BE7-9470FBA8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Integrasi dalam pelayar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8D190-2DAA-45AD-AC18-638E3A6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438B1-1B1D-4FC3-A41D-7BDCEDFB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Eksport TensorFlow.js menyediakan model, metadata dan weights.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2E1B5-4F70-42A8-A4F9-ABD647E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tmImage.load memuat fail daripada URL atau folder tempatan.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2AED2-9C23-4692-979A-5896A263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Webcam atau imej dipotong tengah dan dihantar kepada model.predict.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68303-3B16-4773-AF02-73CC1B1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JavaScript memaparkan kelas tertinggi, confidence dan threshold.</a:t>
            </a:r>
          </a:p>
        </p:txBody>
      </p:sp>
    </p:spTree>
    <p:extLst>
      <p:ext uri="{BB962C8B-B14F-4D97-AF65-F5344CB8AC3E}">
        <p14:creationId xmlns:p14="http://schemas.microsoft.com/office/powerpoint/2010/main" val="1921221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4EAE2-367F-4616-86C0-EFBAC55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FastAPI dan inferens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13DD8-B371-407B-B6B6-70F35010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DBF2C-500F-4A4C-834C-BF5B09EA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POST /predict menerima fail imej melalui multipart upload.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16860-8E66-4B17-87EF-A8ADC59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Python memeriksa imej, menukar RGB, resize dan normalisasi [-1,1].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75220-D7C1-4B4E-B419-2C02EF1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Interpreter menjalankan model TensorFlow Lite FLOAT.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E9B6E-D507-42A2-A37A-7BDEFCFE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Pydantic menetapkan prediction, confidence, status dan skor dalam JSON.</a:t>
            </a:r>
          </a:p>
        </p:txBody>
      </p:sp>
    </p:spTree>
    <p:extLst>
      <p:ext uri="{BB962C8B-B14F-4D97-AF65-F5344CB8AC3E}">
        <p14:creationId xmlns:p14="http://schemas.microsoft.com/office/powerpoint/2010/main" val="817181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F0A21-AE72-4877-A52A-B74B39C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Demonstrasi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A2AAE-055B-44E2-97B7-99D1BB17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8749A-BD9F-4874-8A33-6CDECADE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Muatkan model dan kelaskan imej baharu atau webcam.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728F6-B3A9-418C-8030-E2E593A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Terangkan confidence, ubah threshold dan tunjukkan reset.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E79A-E21F-4C40-ABE6-47CC7013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Tukar kepada mod Python dan uji endpoint melalui /docs.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C8F1-E710-4654-87D2-CED85854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Tunjukkan satu kesilapan dan rekod ujian CSV sebenar.</a:t>
            </a:r>
          </a:p>
        </p:txBody>
      </p:sp>
    </p:spTree>
    <p:extLst>
      <p:ext uri="{BB962C8B-B14F-4D97-AF65-F5344CB8AC3E}">
        <p14:creationId xmlns:p14="http://schemas.microsoft.com/office/powerpoint/2010/main" val="1682502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F740B-908A-4770-A7C8-EC62E3F7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GitHub dan penggunaan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C512A-FD38-44F2-8BE1-93EB92F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2EB01-9E88-43C1-AFDB-35750875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Repository dan commit bermakna: [ISI URL dan bukti]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A6AEB-8C07-43D7-8ED4-52ADDFD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Sesi AI 1: bantuan kod, ujian dan dokumentasi projek.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07CFC-2107-4BAE-9457-254A0A65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Sesi AI 2: [ISI sesi sebenar selepas ujian atau debugging]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9BA01-055F-44B3-9F60-DF5B55D4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Pelajar menyemak kod, menjalankan ujian dan menerangkan sumbangan sendiri.</a:t>
            </a:r>
          </a:p>
        </p:txBody>
      </p:sp>
    </p:spTree>
    <p:extLst>
      <p:ext uri="{BB962C8B-B14F-4D97-AF65-F5344CB8AC3E}">
        <p14:creationId xmlns:p14="http://schemas.microsoft.com/office/powerpoint/2010/main" val="162626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9175A-AC04-4D3C-AB7A-0EC3EC13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Kesimpulan dan langkah seterusnya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BF0F2-240C-4A69-A5D2-6A51D76A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625D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625D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E3AC7-38E2-443D-AF73-3667E762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Aplikasi dan aliran deployment disediakan untuk tiga kelas objek.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9F5A7-07AC-4619-A542-60D96FE8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Model terlatih serta keputusan eksperimen masih perlu dilengkapkan.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84C8A-2201-4D98-9C29-44D64FE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Keutamaan: dataset sah, dua latihan, validation dan test akhir.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7B58B-C113-4ABC-B8CB-3A9E4C6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572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C3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C37"/>
                </a:solidFill>
                <a:latin typeface="Calibri"/>
                <a:ea typeface="Calibri"/>
                <a:cs typeface="Calibri"/>
              </a:rPr>
              <a:t>Penambahbaikan dinilai melalui kesilapan sebenar dan variasi data.</a:t>
            </a:r>
          </a:p>
        </p:txBody>
      </p:sp>
    </p:spTree>
    <p:extLst>
      <p:ext uri="{BB962C8B-B14F-4D97-AF65-F5344CB8AC3E}">
        <p14:creationId xmlns:p14="http://schemas.microsoft.com/office/powerpoint/2010/main" val="447940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2026-09-23T00:55:42.5240000Z</dcterms:created>
  <dcterms:modified xsi:type="dcterms:W3CDTF">2026-09-23T00:55:42.5240000Z</dcterms:modified>
</coreProperties>
</file>